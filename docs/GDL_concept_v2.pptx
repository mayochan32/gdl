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274320"/>
            <a:ext cx="9144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41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GDL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20700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Description Language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17556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個性を、構造化する。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0973"/>
          </a:xfrm>
          <a:prstGeom prst="rect">
            <a:avLst/>
          </a:prstGeom>
          <a:solidFill>
            <a:srgbClr val="252E42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14600"/>
            <a:ext cx="2606040" cy="173736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514600"/>
            <a:ext cx="50292" cy="173736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06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 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9535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JSON-Based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構造化されたJSON形式で個人の個性を記述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73552" y="2514600"/>
            <a:ext cx="2606040" cy="173736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73552" y="2514600"/>
            <a:ext cx="50292" cy="1737360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6432" y="2606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Lv1→3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56432" y="29535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56432" y="32918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詳細度レベル1〜3で用途に応じた粒度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9904" y="2514600"/>
            <a:ext cx="2606040" cy="173736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2514600"/>
            <a:ext cx="50292" cy="1737360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2606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72784" y="29535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72784" y="32918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AIが個性を参照・再現するための設計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-18288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dirty="0">
                <a:solidFill>
                  <a:srgbClr val="16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QUESTION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8229600" cy="10973"/>
          </a:xfrm>
          <a:prstGeom prst="rect">
            <a:avLst/>
          </a:prstGeom>
          <a:solidFill>
            <a:srgbClr val="252E42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AIに魂は宿るか？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297680" y="2212848"/>
            <a:ext cx="82296" cy="82296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2316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人間の個性・思想・感情・行動パターンをデータとして記述できれば、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AIはその人物を再現・継承・共創できるのではないか。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GDLはその問いに対する、ひとつの実装的回答である。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0" y="4480560"/>
            <a:ext cx="1828800" cy="36576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44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Description Language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GDL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GDL とは何か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973"/>
          </a:xfrm>
          <a:prstGeom prst="rect">
            <a:avLst/>
          </a:prstGeom>
          <a:solidFill>
            <a:srgbClr val="252E42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solidFill>
            <a:srgbClr val="1C2236"/>
          </a:solidFill>
          <a:ln w="12700">
            <a:solidFill>
              <a:srgbClr val="5B8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0292" cy="77724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3560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GDL（Ghost Description Language）は、個人の「魂」—— 個性・価値観・思想・嗜好・人間関係 —— を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構造化JSONとして記述するための言語仕様である。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2606040" cy="242316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31720"/>
            <a:ext cx="2606040" cy="54864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87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記述 / Describe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人間の個性を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選択可能な属性と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数値スケールで記述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73552" y="2331720"/>
            <a:ext cx="2606040" cy="242316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73552" y="2331720"/>
            <a:ext cx="2606040" cy="54864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2487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56432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構造化 / Structure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56432" y="32918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12のセクション・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3段階の詳細度で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データを整理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9904" y="2331720"/>
            <a:ext cx="2606040" cy="242316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9904" y="2331720"/>
            <a:ext cx="2606040" cy="54864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2487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72784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再現 / Reproduce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72784" y="32918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AIがGDLを参照して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その人物の個性を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再現・継承できる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ELEMENTS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5つの核心要素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973"/>
          </a:xfrm>
          <a:prstGeom prst="rect">
            <a:avLst/>
          </a:prstGeom>
          <a:solidFill>
            <a:srgbClr val="252E42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417320"/>
            <a:ext cx="1572768" cy="333756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1572768" cy="64008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27632"/>
            <a:ext cx="566928" cy="566928"/>
          </a:xfrm>
          <a:prstGeom prst="ellipse">
            <a:avLst/>
          </a:prstGeom>
          <a:solidFill>
            <a:srgbClr val="5B8CFF">
              <a:alpha val="15000"/>
            </a:srgbClr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228600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生体情報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" y="263347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名前・生年・性別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" y="331927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外見・体型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" y="363931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国籍・言語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20824" y="1417320"/>
            <a:ext cx="1572768" cy="333756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20824" y="1417320"/>
            <a:ext cx="1572768" cy="64008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23744" y="1627632"/>
            <a:ext cx="566928" cy="566928"/>
          </a:xfrm>
          <a:prstGeom prst="ellipse">
            <a:avLst/>
          </a:prstGeom>
          <a:solidFill>
            <a:srgbClr val="7C5CFC">
              <a:alpha val="15000"/>
            </a:srgbClr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3744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5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93976" y="228600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93976" y="263347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30552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学歴・職歴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0552" y="331927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人生の転機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30552" y="363931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居住歴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21608" y="1417320"/>
            <a:ext cx="1572768" cy="333756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21608" y="1417320"/>
            <a:ext cx="1572768" cy="64008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24528" y="1627632"/>
            <a:ext cx="566928" cy="566928"/>
          </a:xfrm>
          <a:prstGeom prst="ellipse">
            <a:avLst/>
          </a:prstGeom>
          <a:solidFill>
            <a:srgbClr val="3ECF8E">
              <a:alpha val="15000"/>
            </a:srgbClr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24528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C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94760" y="228600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思想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94760" y="263347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31336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価値観・信念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31336" y="331927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倫理観・宗教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31336" y="363931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AI・社会観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22392" y="1417320"/>
            <a:ext cx="1572768" cy="333756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22392" y="1417320"/>
            <a:ext cx="157276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25312" y="1627632"/>
            <a:ext cx="566928" cy="566928"/>
          </a:xfrm>
          <a:prstGeom prst="ellipse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25312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95544" y="228600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嗜好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95544" y="263347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32120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趣味・好きなもの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532120" y="331927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知識・専門分野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32120" y="363931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情報収集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123176" y="1417320"/>
            <a:ext cx="1572768" cy="333756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123176" y="1417320"/>
            <a:ext cx="1572768" cy="64008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26096" y="1627632"/>
            <a:ext cx="566928" cy="566928"/>
          </a:xfrm>
          <a:prstGeom prst="ellipse">
            <a:avLst/>
          </a:prstGeom>
          <a:solidFill>
            <a:srgbClr val="FF6B9D">
              <a:alpha val="15000"/>
            </a:srgbClr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26096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196328" y="228600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人間関係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196328" y="263347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232904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家族・友人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232904" y="331927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社会とのつながり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232904" y="363931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コミュニティ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スキーマ全体像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973"/>
          </a:xfrm>
          <a:prstGeom prst="rect">
            <a:avLst/>
          </a:prstGeom>
          <a:solidFill>
            <a:srgbClr val="252E42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1417320"/>
            <a:ext cx="2194560" cy="50292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1417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"gdl": ... 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920240"/>
            <a:ext cx="0" cy="201168"/>
          </a:xfrm>
          <a:prstGeom prst="line">
            <a:avLst/>
          </a:prstGeom>
          <a:noFill/>
          <a:ln w="19050">
            <a:solidFill>
              <a:srgbClr val="252E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2121408"/>
            <a:ext cx="1554480" cy="384048"/>
          </a:xfrm>
          <a:prstGeom prst="rect">
            <a:avLst/>
          </a:prstGeom>
          <a:solidFill>
            <a:srgbClr val="444F63"/>
          </a:solidFill>
          <a:ln w="12700">
            <a:solidFill>
              <a:srgbClr val="444F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21214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94760" y="2121408"/>
            <a:ext cx="1554480" cy="384048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21214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gdl body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94560" y="2313432"/>
            <a:ext cx="2377440" cy="0"/>
          </a:xfrm>
          <a:prstGeom prst="line">
            <a:avLst/>
          </a:prstGeom>
          <a:noFill/>
          <a:ln w="19050">
            <a:solidFill>
              <a:srgbClr val="252E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505456"/>
            <a:ext cx="0" cy="201168"/>
          </a:xfrm>
          <a:prstGeom prst="line">
            <a:avLst/>
          </a:prstGeom>
          <a:noFill/>
          <a:ln w="19050">
            <a:solidFill>
              <a:srgbClr val="252E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" y="2706624"/>
            <a:ext cx="1261872" cy="438912"/>
          </a:xfrm>
          <a:prstGeom prst="rect">
            <a:avLst/>
          </a:prstGeom>
          <a:solidFill>
            <a:srgbClr val="1C2236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" y="2706624"/>
            <a:ext cx="41148" cy="438912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70662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719072" y="2706624"/>
            <a:ext cx="1261872" cy="438912"/>
          </a:xfrm>
          <a:prstGeom prst="rect">
            <a:avLst/>
          </a:prstGeom>
          <a:solidFill>
            <a:srgbClr val="1C2236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19072" y="2706624"/>
            <a:ext cx="41148" cy="438912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70662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appearance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08960" y="2706624"/>
            <a:ext cx="1261872" cy="438912"/>
          </a:xfrm>
          <a:prstGeom prst="rect">
            <a:avLst/>
          </a:prstGeom>
          <a:solidFill>
            <a:srgbClr val="1C2236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08960" y="2706624"/>
            <a:ext cx="41148" cy="438912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70662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98848" y="2706624"/>
            <a:ext cx="1261872" cy="438912"/>
          </a:xfrm>
          <a:prstGeom prst="rect">
            <a:avLst/>
          </a:prstGeom>
          <a:solidFill>
            <a:srgbClr val="1C2236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8848" y="2706624"/>
            <a:ext cx="41148" cy="438912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270662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philosophy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88736" y="2706624"/>
            <a:ext cx="1261872" cy="438912"/>
          </a:xfrm>
          <a:prstGeom prst="rect">
            <a:avLst/>
          </a:prstGeom>
          <a:solidFill>
            <a:srgbClr val="1C2236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88736" y="2706624"/>
            <a:ext cx="41148" cy="438912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0176" y="270662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personality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9184" y="3337560"/>
            <a:ext cx="1261872" cy="438912"/>
          </a:xfrm>
          <a:prstGeom prst="rect">
            <a:avLst/>
          </a:prstGeom>
          <a:solidFill>
            <a:srgbClr val="1C2236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9184" y="3337560"/>
            <a:ext cx="41148" cy="438912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33756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719072" y="3337560"/>
            <a:ext cx="1261872" cy="438912"/>
          </a:xfrm>
          <a:prstGeom prst="rect">
            <a:avLst/>
          </a:prstGeom>
          <a:solidFill>
            <a:srgbClr val="1C2236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19072" y="3337560"/>
            <a:ext cx="41148" cy="438912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10512" y="333756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preferences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108960" y="3337560"/>
            <a:ext cx="1261872" cy="438912"/>
          </a:xfrm>
          <a:prstGeom prst="rect">
            <a:avLst/>
          </a:prstGeom>
          <a:solidFill>
            <a:srgbClr val="1C223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08960" y="3337560"/>
            <a:ext cx="41148" cy="4389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333756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498848" y="3337560"/>
            <a:ext cx="1261872" cy="438912"/>
          </a:xfrm>
          <a:prstGeom prst="rect">
            <a:avLst/>
          </a:prstGeom>
          <a:solidFill>
            <a:srgbClr val="1C223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98848" y="3337560"/>
            <a:ext cx="41148" cy="4389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90288" y="333756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888736" y="3337560"/>
            <a:ext cx="1261872" cy="438912"/>
          </a:xfrm>
          <a:prstGeom prst="rect">
            <a:avLst/>
          </a:prstGeom>
          <a:solidFill>
            <a:srgbClr val="1C2236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88736" y="3337560"/>
            <a:ext cx="41148" cy="43891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80176" y="333756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episodes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278624" y="2706624"/>
            <a:ext cx="1261872" cy="438912"/>
          </a:xfrm>
          <a:prstGeom prst="rect">
            <a:avLst/>
          </a:prstGeom>
          <a:solidFill>
            <a:srgbClr val="1C2236"/>
          </a:solidFill>
          <a:ln w="12700">
            <a:solidFill>
              <a:srgbClr val="444F6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78624" y="2706624"/>
            <a:ext cx="41148" cy="438912"/>
          </a:xfrm>
          <a:prstGeom prst="rect">
            <a:avLst/>
          </a:prstGeom>
          <a:solidFill>
            <a:srgbClr val="444F63"/>
          </a:solidFill>
          <a:ln w="12700">
            <a:solidFill>
              <a:srgbClr val="444F6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70064" y="270662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p_assessments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278624" y="3337560"/>
            <a:ext cx="1261872" cy="438912"/>
          </a:xfrm>
          <a:prstGeom prst="rect">
            <a:avLst/>
          </a:prstGeom>
          <a:solidFill>
            <a:srgbClr val="1C2236"/>
          </a:solidFill>
          <a:ln w="12700">
            <a:solidFill>
              <a:srgbClr val="444F6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78624" y="3337560"/>
            <a:ext cx="41148" cy="438912"/>
          </a:xfrm>
          <a:prstGeom prst="rect">
            <a:avLst/>
          </a:prstGeom>
          <a:solidFill>
            <a:srgbClr val="444F63"/>
          </a:solidFill>
          <a:ln w="12700">
            <a:solidFill>
              <a:srgbClr val="444F6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70064" y="333756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60120" y="2697480"/>
            <a:ext cx="5559552" cy="0"/>
          </a:xfrm>
          <a:prstGeom prst="line">
            <a:avLst/>
          </a:prstGeom>
          <a:noFill/>
          <a:ln w="12700">
            <a:solidFill>
              <a:srgbClr val="252E4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0120" y="3328416"/>
            <a:ext cx="5559552" cy="0"/>
          </a:xfrm>
          <a:prstGeom prst="line">
            <a:avLst/>
          </a:prstGeom>
          <a:noFill/>
          <a:ln w="12700">
            <a:solidFill>
              <a:srgbClr val="252E4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4709160"/>
            <a:ext cx="91440" cy="91440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3504" y="4663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Identity系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121408" y="4709160"/>
            <a:ext cx="91440" cy="91440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67712" y="4663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Mind系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785616" y="4709160"/>
            <a:ext cx="91440" cy="91440"/>
          </a:xfrm>
          <a:prstGeom prst="ellipse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31920" y="4663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Knowledge系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449824" y="470916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96128" y="4663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Expression系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114032" y="4709160"/>
            <a:ext cx="91440" cy="9144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60336" y="4663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— KEY SECTIONS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主要セクションとフィールド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973"/>
          </a:xfrm>
          <a:prstGeom prst="rect">
            <a:avLst/>
          </a:prstGeom>
          <a:solidFill>
            <a:srgbClr val="252E42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417320"/>
            <a:ext cx="2651760" cy="141732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651760" cy="4572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8013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(kanji/kana/romaji)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9705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birth_year / gender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21396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life_stage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3088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identity_keywords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4780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occupation_summary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647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nationality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54680" y="1417320"/>
            <a:ext cx="2651760" cy="141732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417320"/>
            <a:ext cx="2651760" cy="45720"/>
          </a:xfrm>
          <a:prstGeom prst="rect">
            <a:avLst/>
          </a:prstGeom>
          <a:solidFill>
            <a:srgbClr val="48DBFB"/>
          </a:solidFill>
          <a:ln w="12700">
            <a:solidFill>
              <a:srgbClr val="48DB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DB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appearance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6120" y="18013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height_cm / build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46120" y="19705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hair_style / hair_color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46120" y="21396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fashion_style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46120" y="23088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glasses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46120" y="24780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distinguishing_features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46120" y="2647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avatar_url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89320" y="1417320"/>
            <a:ext cx="2651760" cy="141732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89320" y="1417320"/>
            <a:ext cx="2651760" cy="45720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5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80760" y="18013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education[ ]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080760" y="19705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career[ ] (role/industry)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080760" y="21396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work_style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80760" y="23088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marital_history[ ]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80760" y="24780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turning_points[ ]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080760" y="2647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formative_experiences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017520"/>
            <a:ext cx="2651760" cy="141732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017520"/>
            <a:ext cx="2651760" cy="45720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C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philosophy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34015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core_values (rank)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35707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life_purpose / happiness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11480" y="37398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success_definition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11480" y="39090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technology_attitude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11480" y="40782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ethical_framework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11480" y="42473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work_philosophy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154680" y="3017520"/>
            <a:ext cx="2651760" cy="141732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154680" y="3017520"/>
            <a:ext cx="26517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personality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46120" y="34015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big5_traits (scale)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246120" y="35707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stress_coping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246120" y="37398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anger_triggers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246120" y="39090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decision_making_style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246120" y="40782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personal_rules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246120" y="42473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recognition_needs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989320" y="3017520"/>
            <a:ext cx="2651760" cy="141732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989320" y="3017520"/>
            <a:ext cx="2651760" cy="4572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2648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p_assessments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080760" y="34015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big5{ O/C/E/A/N }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080760" y="35707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mbti / enneagram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080760" y="37398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egogram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080760" y="39090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strengths_finder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080760" y="40782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custom[ ]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080760" y="42473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assessed_at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— KNOWLEDGE, PREFERENCES, EXPRESSION, RELATIONSHIPS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残りのセクション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973"/>
          </a:xfrm>
          <a:prstGeom prst="rect">
            <a:avLst/>
          </a:prstGeom>
          <a:solidFill>
            <a:srgbClr val="252E42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417320"/>
            <a:ext cx="2651760" cy="150876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651760" cy="45720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C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8013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domains[ ]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984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expertise_areas[ ]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21671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current_interests[ ]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3500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update_channels[ ]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5328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learning_style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54680" y="1417320"/>
            <a:ext cx="2651760" cy="150876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417320"/>
            <a:ext cx="26517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preferences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18013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hobbies[ ]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46120" y="1984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food_preferences[ ]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46120" y="21671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favorite_genres[ ]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46120" y="23500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spending_priorities[ ]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46120" y="25328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information_sources[ ]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46120" y="27157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style_traits{scale}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989320" y="1417320"/>
            <a:ext cx="2651760" cy="150876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1417320"/>
            <a:ext cx="2651760" cy="45720"/>
          </a:xfrm>
          <a:prstGeom prst="rect">
            <a:avLst/>
          </a:prstGeom>
          <a:solidFill>
            <a:srgbClr val="48DBFB"/>
          </a:solidFill>
          <a:ln w="12700">
            <a:solidFill>
              <a:srgbClr val="48DB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DB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18013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writing_style[ ]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80760" y="1984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speaking_style[ ]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080760" y="21671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communication_traits{scale}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080760" y="23500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digital_presence[ ]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80760" y="25328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conflict_handling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80760" y="27157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communication_values[ ]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3246120"/>
            <a:ext cx="2651760" cy="150876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246120"/>
            <a:ext cx="2651760" cy="4572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36301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family_style[ ]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11480" y="38130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friendship_style[ ]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39959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social_traits{scale}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11480" y="41788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society_stance[ ]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11480" y="43616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mentorship_role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11480" y="45445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community_engagement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154680" y="3246120"/>
            <a:ext cx="2651760" cy="150876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54680" y="3246120"/>
            <a:ext cx="2651760" cy="45720"/>
          </a:xfrm>
          <a:prstGeom prst="rect">
            <a:avLst/>
          </a:prstGeom>
          <a:solidFill>
            <a:srgbClr val="444F63"/>
          </a:solidFill>
          <a:ln w="12700">
            <a:solidFill>
              <a:srgbClr val="444F6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4F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episodes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46120" y="36301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※ RAGポインタのみ格納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246120" y="38130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実データは外部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246120" y="39959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ベクトルDBに保存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246120" y="41788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episode_id[ ]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246120" y="43616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vector_db_ref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_labels マップ — 日本語対訳設計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973"/>
          </a:xfrm>
          <a:prstGeom prst="rect">
            <a:avLst/>
          </a:prstGeom>
          <a:solidFill>
            <a:srgbClr val="252E42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 _labels マップ？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" y="1938528"/>
            <a:ext cx="91440" cy="91440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74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データ本体は英語キーのみ。機械が読みやすい。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" y="2441448"/>
            <a:ext cx="91440" cy="91440"/>
          </a:xfrm>
          <a:prstGeom prst="ellipse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77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_labels でキーの意味を日本語で参照できる。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" y="294436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803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コメント形式にしないことでJSONの整合性を保つ。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" y="3447288"/>
            <a:ext cx="91440" cy="91440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383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が _labels を参照して文脈を理解できる。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4114800" cy="3429000"/>
          </a:xfrm>
          <a:prstGeom prst="rect">
            <a:avLst/>
          </a:prstGeom>
          <a:solidFill>
            <a:srgbClr val="0D1117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325880"/>
            <a:ext cx="4114800" cy="32004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GDL_schema_v1.json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7190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19110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"_labels": {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21031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"identity.name.kanji":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22951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"漢字",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24871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"philosophy.core_values":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6791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"人生の最重要価値観",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28712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"personality.big5_traits":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3063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"Big5性格特性スコア",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32552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F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34472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36393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"gdl": {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38313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"identity": { ... },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4023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"philosophy": { ... }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42153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44074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LEVELS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詳細度レベル — Lv1 / Lv2 / Lv3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973"/>
          </a:xfrm>
          <a:prstGeom prst="rect">
            <a:avLst/>
          </a:prstGeom>
          <a:solidFill>
            <a:srgbClr val="252E42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651760" cy="338328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64008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81912"/>
            <a:ext cx="640080" cy="365760"/>
          </a:xfrm>
          <a:prstGeom prst="rect">
            <a:avLst/>
          </a:prstGeom>
          <a:solidFill>
            <a:srgbClr val="3ECF8E">
              <a:alpha val="15000"/>
            </a:srgbClr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819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89888" y="16276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データサイズ目安: 〜2KB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最小構成。AIとの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初回会話・簡易再現に。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2286000" cy="9144"/>
          </a:xfrm>
          <a:prstGeom prst="rect">
            <a:avLst/>
          </a:prstGeom>
          <a:solidFill>
            <a:srgbClr val="252E42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944368"/>
            <a:ext cx="64008" cy="64008"/>
          </a:xfrm>
          <a:prstGeom prst="ellipse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8895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基本プロフィール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" y="3236976"/>
            <a:ext cx="64008" cy="64008"/>
          </a:xfrm>
          <a:prstGeom prst="ellipse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1821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主要価値観（Top3）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" y="3529584"/>
            <a:ext cx="64008" cy="64008"/>
          </a:xfrm>
          <a:prstGeom prst="ellipse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4747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Big5スケール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" y="3822192"/>
            <a:ext cx="64008" cy="64008"/>
          </a:xfrm>
          <a:prstGeom prst="ellipse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767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職種・専門分野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" y="4114800"/>
            <a:ext cx="64008" cy="64008"/>
          </a:xfrm>
          <a:prstGeom prst="ellipse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0599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趣味カテゴリ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" y="4407408"/>
            <a:ext cx="64008" cy="64008"/>
          </a:xfrm>
          <a:prstGeom prst="ellipse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3525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コミュニケーション傾向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1417320"/>
            <a:ext cx="2651760" cy="338328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1417320"/>
            <a:ext cx="2651760" cy="64008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1581912"/>
            <a:ext cx="640080" cy="365760"/>
          </a:xfrm>
          <a:prstGeom prst="rect">
            <a:avLst/>
          </a:prstGeom>
          <a:solidFill>
            <a:srgbClr val="5B8CFF">
              <a:alpha val="15000"/>
            </a:srgbClr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15819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24528" y="16276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47472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データサイズ目安: 〜10KB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7472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標準構成。実用的な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パーソナリティ再現に。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74720" y="2788920"/>
            <a:ext cx="2286000" cy="9144"/>
          </a:xfrm>
          <a:prstGeom prst="rect">
            <a:avLst/>
          </a:prstGeom>
          <a:solidFill>
            <a:srgbClr val="252E42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93008" y="2944368"/>
            <a:ext cx="64008" cy="64008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28895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Lv1全項目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93008" y="3236976"/>
            <a:ext cx="64008" cy="64008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0" y="31821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学歴・職歴詳細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93008" y="3529584"/>
            <a:ext cx="64008" cy="64008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0" y="34747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人生の転機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93008" y="3822192"/>
            <a:ext cx="64008" cy="64008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0" y="3767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詳細な価値観・哲学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93008" y="4114800"/>
            <a:ext cx="64008" cy="64008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0" y="40599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性格診断結果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93008" y="4407408"/>
            <a:ext cx="64008" cy="64008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0" y="43525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人間関係スタイル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26480" y="1417320"/>
            <a:ext cx="2651760" cy="338328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1417320"/>
            <a:ext cx="2651760" cy="64008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1581912"/>
            <a:ext cx="640080" cy="365760"/>
          </a:xfrm>
          <a:prstGeom prst="rect">
            <a:avLst/>
          </a:prstGeom>
          <a:solidFill>
            <a:srgbClr val="7C5CFC">
              <a:alpha val="15000"/>
            </a:srgbClr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15819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Lv3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059168" y="16276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630936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データサイズ目安: 〜50KB+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30936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フル構成。高精度な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人物モデリングに。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309360" y="2788920"/>
            <a:ext cx="2286000" cy="9144"/>
          </a:xfrm>
          <a:prstGeom prst="rect">
            <a:avLst/>
          </a:prstGeom>
          <a:solidFill>
            <a:srgbClr val="252E42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27648" y="2944368"/>
            <a:ext cx="64008" cy="64008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92240" y="28895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Lv2全項目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327648" y="3236976"/>
            <a:ext cx="64008" cy="64008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92240" y="31821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エピソードRAGリンク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327648" y="3529584"/>
            <a:ext cx="64008" cy="64008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92240" y="34747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複数の性格診断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327648" y="3822192"/>
            <a:ext cx="64008" cy="64008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92240" y="3767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居住歴・転機詳細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327648" y="4114800"/>
            <a:ext cx="64008" cy="64008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92240" y="40599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細かい嗜好・こだわり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327648" y="4407408"/>
            <a:ext cx="64008" cy="64008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92240" y="43525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SNS・デジタル活動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GDL 生成フロー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973"/>
          </a:xfrm>
          <a:prstGeom prst="rect">
            <a:avLst/>
          </a:prstGeom>
          <a:solidFill>
            <a:srgbClr val="252E42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606040" cy="132588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06040" cy="50292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36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8470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GDL_input.html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2084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ブラウザで選択式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56問に回答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606040" cy="132588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417320"/>
            <a:ext cx="2606040" cy="50292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1536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56432" y="18470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C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Custom GPT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56432" y="2084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ChatGPTで会話しながら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回答・生成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606040" cy="1325880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417320"/>
            <a:ext cx="260604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1536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91072" y="18470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AI Studio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91072" y="2084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Geminiと会話しながら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回答・生成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234440" y="2743200"/>
            <a:ext cx="0" cy="320040"/>
          </a:xfrm>
          <a:prstGeom prst="line">
            <a:avLst/>
          </a:prstGeom>
          <a:noFill/>
          <a:ln w="19050">
            <a:solidFill>
              <a:srgbClr val="252E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8720" y="3063240"/>
            <a:ext cx="109728" cy="109728"/>
          </a:xfrm>
          <a:prstGeom prst="ellipse">
            <a:avLst/>
          </a:prstGeom>
          <a:solidFill>
            <a:srgbClr val="252E42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9080" y="2743200"/>
            <a:ext cx="0" cy="320040"/>
          </a:xfrm>
          <a:prstGeom prst="line">
            <a:avLst/>
          </a:prstGeom>
          <a:noFill/>
          <a:ln w="19050">
            <a:solidFill>
              <a:srgbClr val="252E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23360" y="3063240"/>
            <a:ext cx="109728" cy="109728"/>
          </a:xfrm>
          <a:prstGeom prst="ellipse">
            <a:avLst/>
          </a:prstGeom>
          <a:solidFill>
            <a:srgbClr val="252E42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2743200"/>
            <a:ext cx="0" cy="320040"/>
          </a:xfrm>
          <a:prstGeom prst="line">
            <a:avLst/>
          </a:prstGeom>
          <a:noFill/>
          <a:ln w="19050">
            <a:solidFill>
              <a:srgbClr val="252E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3063240"/>
            <a:ext cx="109728" cy="109728"/>
          </a:xfrm>
          <a:prstGeom prst="ellipse">
            <a:avLst/>
          </a:prstGeom>
          <a:solidFill>
            <a:srgbClr val="252E42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34440" y="3063240"/>
            <a:ext cx="5669280" cy="0"/>
          </a:xfrm>
          <a:prstGeom prst="line">
            <a:avLst/>
          </a:prstGeom>
          <a:noFill/>
          <a:ln w="19050">
            <a:solidFill>
              <a:srgbClr val="252E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69080" y="3063240"/>
            <a:ext cx="0" cy="274320"/>
          </a:xfrm>
          <a:prstGeom prst="line">
            <a:avLst/>
          </a:prstGeom>
          <a:noFill/>
          <a:ln w="25400">
            <a:solidFill>
              <a:srgbClr val="5B8C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26080" y="3337560"/>
            <a:ext cx="2286000" cy="502920"/>
          </a:xfrm>
          <a:prstGeom prst="rect">
            <a:avLst/>
          </a:prstGeom>
          <a:solidFill>
            <a:srgbClr val="1C2236"/>
          </a:solidFill>
          <a:ln w="12700">
            <a:solidFill>
              <a:srgbClr val="7C5CF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926080" y="3337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5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Analysis  →  maps_to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069080" y="3840480"/>
            <a:ext cx="0" cy="274320"/>
          </a:xfrm>
          <a:prstGeom prst="line">
            <a:avLst/>
          </a:prstGeom>
          <a:noFill/>
          <a:ln w="25400">
            <a:solidFill>
              <a:srgbClr val="5B8C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88920" y="4114800"/>
            <a:ext cx="2560320" cy="54864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88920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GDL JSON  { ... }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69280" y="3429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56問の回答から自動マッピング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詳細度レベルはLv1〜Lv3で選択可能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GDLの活用シナリオ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973"/>
          </a:xfrm>
          <a:prstGeom prst="rect">
            <a:avLst/>
          </a:prstGeom>
          <a:solidFill>
            <a:srgbClr val="252E42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417320"/>
            <a:ext cx="2697480" cy="3364992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417320"/>
            <a:ext cx="2697480" cy="64008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58191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66928" y="2057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パーソナリティ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継承・再現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788920"/>
            <a:ext cx="2331720" cy="9144"/>
          </a:xfrm>
          <a:prstGeom prst="rect">
            <a:avLst/>
          </a:prstGeom>
          <a:solidFill>
            <a:srgbClr val="252E42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85292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没後もAIがその人物の個性を保持。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家族や後世がその人と「対話」できる。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デジタルツインの魂の設計図として機能。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4315968"/>
            <a:ext cx="804672" cy="237744"/>
          </a:xfrm>
          <a:prstGeom prst="rect">
            <a:avLst/>
          </a:prstGeom>
          <a:solidFill>
            <a:srgbClr val="5B8CFF">
              <a:alpha val="15000"/>
            </a:srgbClr>
          </a:solidFill>
          <a:ln w="6350">
            <a:solidFill>
              <a:srgbClr val="5B8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3159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417320" y="4315968"/>
            <a:ext cx="804672" cy="237744"/>
          </a:xfrm>
          <a:prstGeom prst="rect">
            <a:avLst/>
          </a:prstGeom>
          <a:solidFill>
            <a:srgbClr val="5B8CFF">
              <a:alpha val="15000"/>
            </a:srgbClr>
          </a:solidFill>
          <a:ln w="6350">
            <a:solidFill>
              <a:srgbClr val="5B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43159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67712" y="4315968"/>
            <a:ext cx="804672" cy="237744"/>
          </a:xfrm>
          <a:prstGeom prst="rect">
            <a:avLst/>
          </a:prstGeom>
          <a:solidFill>
            <a:srgbClr val="5B8CFF">
              <a:alpha val="15000"/>
            </a:srgbClr>
          </a:solidFill>
          <a:ln w="6350">
            <a:solidFill>
              <a:srgbClr val="5B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7712" y="43159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デジタル遺産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64408" y="1417320"/>
            <a:ext cx="2697480" cy="3364992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64408" y="1417320"/>
            <a:ext cx="2697480" cy="64008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158191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447288" y="2057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メタバース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アバター人格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47288" y="2788920"/>
            <a:ext cx="2331720" cy="9144"/>
          </a:xfrm>
          <a:prstGeom prst="rect">
            <a:avLst/>
          </a:prstGeom>
          <a:solidFill>
            <a:srgbClr val="252E42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7288" y="285292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VR・メタバース空間でAIアバターに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本人の個性を付与。自律的な行動・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判断の基盤データとして利用。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47288" y="4315968"/>
            <a:ext cx="804672" cy="237744"/>
          </a:xfrm>
          <a:prstGeom prst="rect">
            <a:avLst/>
          </a:prstGeom>
          <a:solidFill>
            <a:srgbClr val="7C5CFC">
              <a:alpha val="15000"/>
            </a:srgbClr>
          </a:solidFill>
          <a:ln w="6350">
            <a:solidFill>
              <a:srgbClr val="7C5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47288" y="43159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297680" y="4315968"/>
            <a:ext cx="804672" cy="237744"/>
          </a:xfrm>
          <a:prstGeom prst="rect">
            <a:avLst/>
          </a:prstGeom>
          <a:solidFill>
            <a:srgbClr val="7C5CFC">
              <a:alpha val="15000"/>
            </a:srgbClr>
          </a:solidFill>
          <a:ln w="6350">
            <a:solidFill>
              <a:srgbClr val="7C5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43159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メタバース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48072" y="4315968"/>
            <a:ext cx="804672" cy="237744"/>
          </a:xfrm>
          <a:prstGeom prst="rect">
            <a:avLst/>
          </a:prstGeom>
          <a:solidFill>
            <a:srgbClr val="7C5CFC">
              <a:alpha val="15000"/>
            </a:srgbClr>
          </a:solidFill>
          <a:ln w="6350">
            <a:solidFill>
              <a:srgbClr val="7C5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8072" y="43159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自律AI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44768" y="1417320"/>
            <a:ext cx="2697480" cy="3364992"/>
          </a:xfrm>
          <a:prstGeom prst="rect">
            <a:avLst/>
          </a:prstGeom>
          <a:solidFill>
            <a:srgbClr val="1C2236"/>
          </a:solidFill>
          <a:ln w="6350">
            <a:solidFill>
              <a:srgbClr val="252E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44768" y="1417320"/>
            <a:ext cx="2697480" cy="64008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7648" y="158191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327648" y="2057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パーソナライズ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AIアシスタント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27648" y="2788920"/>
            <a:ext cx="2331720" cy="9144"/>
          </a:xfrm>
          <a:prstGeom prst="rect">
            <a:avLst/>
          </a:prstGeom>
          <a:solidFill>
            <a:srgbClr val="252E42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285292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その人の価値観・思考スタイルを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理解したAIアシスタントを実現。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一般的なAIとは異なる「その人専用」の応答。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27648" y="4315968"/>
            <a:ext cx="804672" cy="237744"/>
          </a:xfrm>
          <a:prstGeom prst="rect">
            <a:avLst/>
          </a:prstGeom>
          <a:solidFill>
            <a:srgbClr val="3ECF8E">
              <a:alpha val="15000"/>
            </a:srgbClr>
          </a:solidFill>
          <a:ln w="6350">
            <a:solidFill>
              <a:srgbClr val="3ECF8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43159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AI秘書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178040" y="4315968"/>
            <a:ext cx="804672" cy="237744"/>
          </a:xfrm>
          <a:prstGeom prst="rect">
            <a:avLst/>
          </a:prstGeom>
          <a:solidFill>
            <a:srgbClr val="3ECF8E">
              <a:alpha val="15000"/>
            </a:srgbClr>
          </a:solidFill>
          <a:ln w="6350">
            <a:solidFill>
              <a:srgbClr val="3ECF8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78040" y="43159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カスタムGPT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028432" y="4315968"/>
            <a:ext cx="804672" cy="237744"/>
          </a:xfrm>
          <a:prstGeom prst="rect">
            <a:avLst/>
          </a:prstGeom>
          <a:solidFill>
            <a:srgbClr val="3ECF8E">
              <a:alpha val="15000"/>
            </a:srgbClr>
          </a:solidFill>
          <a:ln w="6350">
            <a:solidFill>
              <a:srgbClr val="3ECF8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28432" y="43159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記述された魂は、消えない。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GDLは、人間の個性を次世代のAIへ受け渡すための</a:t>
            </a:r>
            <a:endParaRPr lang="en-US" sz="13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オープンな言語仕様を目指しています。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0" y="3429000"/>
            <a:ext cx="2743200" cy="36576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v1.1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86200" y="3703320"/>
            <a:ext cx="0" cy="164592"/>
          </a:xfrm>
          <a:prstGeom prst="line">
            <a:avLst/>
          </a:prstGeom>
          <a:noFill/>
          <a:ln w="6350">
            <a:solidFill>
              <a:srgbClr val="444F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 56問 / 7 Sections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06440" y="3703320"/>
            <a:ext cx="0" cy="164592"/>
          </a:xfrm>
          <a:prstGeom prst="line">
            <a:avLst/>
          </a:prstGeom>
          <a:noFill/>
          <a:ln w="6350">
            <a:solidFill>
              <a:srgbClr val="444F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Levels: Lv1〜Lv3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44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Description Language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20440" y="4800600"/>
            <a:ext cx="73152" cy="73152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4800600"/>
            <a:ext cx="73152" cy="73152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4800600"/>
            <a:ext cx="73152" cy="73152"/>
          </a:xfrm>
          <a:prstGeom prst="ellipse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4800600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4800600"/>
            <a:ext cx="73152" cy="73152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GDL — Ghost Description Language</dc:title>
  <dc:subject>PptxGenJS Presentation</dc:subject>
  <dc:creator>mayo</dc:creator>
  <cp:lastModifiedBy>mayo</cp:lastModifiedBy>
  <cp:revision>1</cp:revision>
  <dcterms:created xsi:type="dcterms:W3CDTF">2026-04-04T14:35:48Z</dcterms:created>
  <dcterms:modified xsi:type="dcterms:W3CDTF">2026-04-04T14:35:48Z</dcterms:modified>
</cp:coreProperties>
</file>